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23EA4-83AB-BDD7-1C8D-B09E80801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65934F-B07F-7686-F863-5AE48CB683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03C04-3BCF-5673-B4AE-B521F760D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1401-C7CD-4981-A3D7-47A4F3E219DF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BB5F3-5FC5-ACDD-E7C4-7C945D133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F5A51-C6F3-ACDA-C285-DD3F7F68C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2E69-E904-4C6E-9351-D890AC3544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35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25F9D-5091-7367-05FD-81664B336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971DF-1C05-9579-9A68-5301427AA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9295D-553C-E91E-61EB-3EEA888AB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1401-C7CD-4981-A3D7-47A4F3E219DF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16999-B057-2992-12AF-7315B50B2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09371-D5D5-809B-E27D-91A5B7B9D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2E69-E904-4C6E-9351-D890AC3544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377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030BF-EB60-0681-892C-132825D9E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033A9-2B53-0B18-8369-5C87A9533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B0435-20AB-DFAC-47B4-D8883CF4B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1401-C7CD-4981-A3D7-47A4F3E219DF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C2710-7F29-D69E-2FAA-47AA97C76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D1CCD-CE92-1888-B121-A0154142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2E69-E904-4C6E-9351-D890AC3544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524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0CDAA-CE20-CF2B-7D58-E90B5E761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78393-1080-5841-24EC-28682A981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3F8636-4181-FD40-E6E4-36D495441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0A8210-9B9D-5152-3A6F-2373E9A79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1401-C7CD-4981-A3D7-47A4F3E219DF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DD990-C688-49E5-1D6E-9B19CAE3C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F1F51-8CC0-207F-8932-9374FA26B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2E69-E904-4C6E-9351-D890AC3544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345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A3291-0212-501B-1D3F-FC549238C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D3B46-B36E-0F99-1CB6-E5E0E8FB4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EB6E0D-94B8-39D5-9AA2-64449DDF4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82AE9E-930E-981D-AE95-02A12D037C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C88B21-4C9D-7B8A-7DE3-C430DACBD8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C47DB4-62A4-613C-0471-FCE41CB4C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1401-C7CD-4981-A3D7-47A4F3E219DF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013265-9EB3-0471-E63C-0E2AA748D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1E4F10-B829-9175-4126-7635253E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2E69-E904-4C6E-9351-D890AC3544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148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7DE1E-FC3C-57BD-7AAE-1CC2228A0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2F9829-1744-01E8-50CB-F2CE14409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1401-C7CD-4981-A3D7-47A4F3E219DF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B3633B-8E46-FBBD-771D-FB6253219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34AFF-70A7-19C8-EC59-C53279CDA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2E69-E904-4C6E-9351-D890AC3544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224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68FDFD-4305-FD8A-BA9B-3688AF8D6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1401-C7CD-4981-A3D7-47A4F3E219DF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73011B-3C84-4A01-856C-F90AC1CEF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73DA6-B203-0B0A-CCE9-8A376B91A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2E69-E904-4C6E-9351-D890AC3544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675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B6EE7-8227-9095-FEF1-AD334E81C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2E60D-CF92-F550-63E5-09BF49EF4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CE6883-C139-7378-5154-89FB52863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EAF3E-2765-CEF4-C121-FFD42CA63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1401-C7CD-4981-A3D7-47A4F3E219DF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04F39-F4D1-B69A-799F-EB7A85DC4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C90795-7EEA-1617-1063-222377EF1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2E69-E904-4C6E-9351-D890AC3544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271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2DDA1-F85D-38B9-F456-06819DAB8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249CB1-B5B2-7410-2DE8-C457ADC0DB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332CB8-AB76-E264-0EB2-95EB3825B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A1943-4711-4DF9-E463-5B93C41B6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1401-C7CD-4981-A3D7-47A4F3E219DF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69DEF-428C-0FCF-5206-0CDF4203B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86040-3C20-4DF6-47E7-46511D751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2E69-E904-4C6E-9351-D890AC3544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151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63B0F-D708-C33E-1F06-BC8D23CF1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B56AD7-A404-910C-FC37-BA5552B730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68035-D88E-5911-C9F1-6EE77E51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1401-C7CD-4981-A3D7-47A4F3E219DF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7777A-07A7-F510-E69E-838BD9A3E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FA666-F704-4601-94E3-761A9E9F6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2E69-E904-4C6E-9351-D890AC3544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527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FFA614-9B66-0B6E-49C2-75CFAFD2DF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A07493-F403-C908-95F3-70E26C6A9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D60B2-042D-316A-BEFE-632A4EFCB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1401-C7CD-4981-A3D7-47A4F3E219DF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B58C9-8CA1-67D3-D11C-A4BDF5B9C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B7AA7-757E-4A00-8C82-2934AB84F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2E69-E904-4C6E-9351-D890AC3544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121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924FC2-2E26-6904-F7B6-201C82B8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744D7-B3DD-2A46-23D3-9888052F6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92481-89CD-01FB-AD59-B5849B463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C1401-C7CD-4981-A3D7-47A4F3E219DF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FACBB-8B05-942F-5034-06587DF79B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33C03-C0AA-5889-386E-DACF03779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02E69-E904-4C6E-9351-D890AC3544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30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2794E-451A-B987-9F74-A8E1B9981A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D8163-789D-3900-4E13-68ECF1E001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300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Vaanya Boyal</dc:creator>
  <cp:lastModifiedBy>Vaanya Boyal</cp:lastModifiedBy>
  <cp:revision>1</cp:revision>
  <dcterms:created xsi:type="dcterms:W3CDTF">2023-09-18T16:45:02Z</dcterms:created>
  <dcterms:modified xsi:type="dcterms:W3CDTF">2023-09-18T16:45:12Z</dcterms:modified>
</cp:coreProperties>
</file>