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37D5-DE1C-C335-CBC0-1C651BEB5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3E0F2-D012-65BF-113D-87D6EDB6C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B979-D347-36CB-09FB-78358B59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E9612-BDE3-D93D-C786-29E9C2786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CA40D-DB9A-6D04-A7B9-EB98A867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34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ACFE-0AE1-1798-A9A6-2702C23B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BB807-9F5F-91AC-3A42-F928D503A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8BC67-1514-5E56-B973-2AB569D3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35703-597E-052E-1EFE-1D0754D5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26413-25B0-670A-E937-9C903124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2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13B0C-4E70-F82E-1F89-44F62279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76ADE-089A-2A89-BDB9-A6EAEA1B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09920-CEE1-7496-8CD3-CFEE0D93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CB7B6-185A-2B5C-4ACA-B5AE0BA4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5E087-0B39-9767-8B12-F997DC72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1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402B-D3CA-BF6A-6415-6BEF708A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FD831-B289-E2B4-FEB8-BF16C5C99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451B4-CEA5-C969-CEF7-2EE3DA946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D8834-FD2D-225C-6888-85214DE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599CA-BD2D-9728-C000-1E37C403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028C6-6886-8B97-CC64-AE7AFC34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5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5EDB-7BE7-9E33-B3A3-98311A17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FFB3A-07A4-3A08-6E68-58F6627FC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C63FC-38D1-3BC0-7AA1-E6E45623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FD1AA-796B-A25C-F345-333542452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A4EDF-877D-EDBE-B3F7-231D59D9A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9C2CBB-73B8-4EDB-5D38-34AF9368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291E4-DEA2-977F-88C9-379DBBEA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4D716-6AB4-CAC2-3F60-DB638850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2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16DD-B381-D9F4-599D-C7E144856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EC3D8-F916-6D76-61A9-B1019A12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DA055-A0F8-E7DA-7B95-61BC01064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5F8CA-F823-167D-03A6-2A048AD6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25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C15B3-203A-CCA1-B671-DD5E48C54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C6CAC-34DD-B03A-BB57-7E69793B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5D246-EE0F-1B3F-A10D-A3CC92EF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1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A790-2F2F-6DA2-6FAA-9677AC85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FC021-3783-CD54-721D-02C3DC3ED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D12AF-BB68-6D32-BF63-8D265B9F5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41861-C813-228A-1691-499916B2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D1069-9E09-8143-F53A-9969208D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289F8-CC9E-C580-5941-2C5EC959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70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A26E-1F11-29B9-BEB8-7B6D04F7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27198-1BEC-364E-207E-1B135CA38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B1F0A-ED81-3B11-B19A-61641B332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89E5-D21C-E6F7-F77F-528DE308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EB67-D1C9-F6CB-6C94-7BF765C2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AAF49-48E6-7136-7EC9-EB10C86F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80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05F8-9006-7EBE-4E46-81670DC8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F1730-C994-C395-4FD1-523DF1CC9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E8B90-AA01-FDF4-228B-D1F062932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F576A-D44B-2DAA-45A3-ECCFA98A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295B-93F3-BBD2-7BB1-59145ED2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45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F4C4A-722A-6A64-6295-665A43B01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E8B9E-EA2B-635E-FB6C-FC2C88629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CC07E-646F-D4FB-28C5-B8015B3F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6D09F-F02A-8B4F-40BD-B42C82F6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495D5-FEF7-BF4E-6EB4-AAA57E31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045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2FB7B-580B-F0E5-0654-330F06E3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7DCC5-EB16-28CD-B857-2E2B338A8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E95A1-6BF7-0AE8-607F-3002848AC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0006-B6FF-4466-8744-83832EAD829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20512-43D4-3960-8FBF-353A23508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BF6D0-DEDB-318D-BF00-423043A6D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27A9D-A0BA-47E7-9F3D-7ADE479F22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03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AC62-69E2-DD63-6CC4-B08F8211F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7F4D2-C8C4-9F2C-69FC-052E5D654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6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064A-7FE6-4A6C-5E49-976B1398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03929-04BC-EB1E-A5A6-9D7919F7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Crop Production and Management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Microorganisms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Coal and Petroleum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Combustion and Flame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Conservation of Plants and Animals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Reproduction and Endocrine System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Force and Pressure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Friction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Sound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Chemical Effects of Electric Current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Natural Phenomena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Light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642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AAA4FF-1A19-DDD9-8A65-134CCEE76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469636"/>
              </p:ext>
            </p:extLst>
          </p:nvPr>
        </p:nvGraphicFramePr>
        <p:xfrm>
          <a:off x="1248697" y="403123"/>
          <a:ext cx="9891252" cy="5907002"/>
        </p:xfrm>
        <a:graphic>
          <a:graphicData uri="http://schemas.openxmlformats.org/drawingml/2006/table">
            <a:tbl>
              <a:tblPr/>
              <a:tblGrid>
                <a:gridCol w="2472813">
                  <a:extLst>
                    <a:ext uri="{9D8B030D-6E8A-4147-A177-3AD203B41FA5}">
                      <a16:colId xmlns:a16="http://schemas.microsoft.com/office/drawing/2014/main" val="4163926127"/>
                    </a:ext>
                  </a:extLst>
                </a:gridCol>
                <a:gridCol w="2472813">
                  <a:extLst>
                    <a:ext uri="{9D8B030D-6E8A-4147-A177-3AD203B41FA5}">
                      <a16:colId xmlns:a16="http://schemas.microsoft.com/office/drawing/2014/main" val="329857896"/>
                    </a:ext>
                  </a:extLst>
                </a:gridCol>
                <a:gridCol w="2472813">
                  <a:extLst>
                    <a:ext uri="{9D8B030D-6E8A-4147-A177-3AD203B41FA5}">
                      <a16:colId xmlns:a16="http://schemas.microsoft.com/office/drawing/2014/main" val="3169773894"/>
                    </a:ext>
                  </a:extLst>
                </a:gridCol>
                <a:gridCol w="2472813">
                  <a:extLst>
                    <a:ext uri="{9D8B030D-6E8A-4147-A177-3AD203B41FA5}">
                      <a16:colId xmlns:a16="http://schemas.microsoft.com/office/drawing/2014/main" val="1128159075"/>
                    </a:ext>
                  </a:extLst>
                </a:gridCol>
              </a:tblGrid>
              <a:tr h="170976">
                <a:tc>
                  <a:txBody>
                    <a:bodyPr/>
                    <a:lstStyle/>
                    <a:p>
                      <a:r>
                        <a:rPr lang="en-IN" sz="1200"/>
                        <a:t>Week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Chapter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Class Count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Focus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614979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Crop Production and Management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Basics + advanced crop rotation, irrigation tech, sustainable agri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159884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Microorganisms: Friend and Foe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Types + biotech, food tech, diseases, vaccine mechanism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586517"/>
                  </a:ext>
                </a:extLst>
              </a:tr>
              <a:tr h="555671"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Coal and Petroleum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Formation + extraction + environmental impact + Class 10-level conservation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66204"/>
                  </a:ext>
                </a:extLst>
              </a:tr>
              <a:tr h="555671"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Combustion and Flame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Combustion types, calorific values, pollutants, fire control science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242891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Conservation of Plants and Animals</a:t>
                      </a:r>
                      <a:endParaRPr lang="en-US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Biodiversity, ecosystem balance, IUCN data, hotspot maps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96914"/>
                  </a:ext>
                </a:extLst>
              </a:tr>
              <a:tr h="555671">
                <a:tc>
                  <a:txBody>
                    <a:bodyPr/>
                    <a:lstStyle/>
                    <a:p>
                      <a:r>
                        <a:rPr lang="en-IN" sz="1200"/>
                        <a:t>6–7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Reproduction and Endocrine System</a:t>
                      </a:r>
                      <a:r>
                        <a:rPr lang="en-US" sz="1200"/>
                        <a:t> (Expanded from Class 8 + Class 10-level)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Human reproduction, hormones, feedback mechanism, adolescence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754421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8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Force and Pressure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Newton's Laws, Pascal's law, real-world engineering applications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007891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9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Friction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Types of friction, lubrication, Class 9-level numericals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82236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10–11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Sound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Wave nature, frequency, resonance, numericals, medical uses (ultrasound)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107000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12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Chemical Effects of Electric Current</a:t>
                      </a:r>
                      <a:endParaRPr lang="en-US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Electrolysis, LED conduction, Class 10-level electroplating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992814"/>
                  </a:ext>
                </a:extLst>
              </a:tr>
              <a:tr h="427439">
                <a:tc>
                  <a:txBody>
                    <a:bodyPr/>
                    <a:lstStyle/>
                    <a:p>
                      <a:r>
                        <a:rPr lang="en-IN" sz="1200"/>
                        <a:t>13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Some Natural Phenomena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Lightning, charges, earthquake Richter scale, safety tech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73458"/>
                  </a:ext>
                </a:extLst>
              </a:tr>
              <a:tr h="555671">
                <a:tc>
                  <a:txBody>
                    <a:bodyPr/>
                    <a:lstStyle/>
                    <a:p>
                      <a:r>
                        <a:rPr lang="en-IN" sz="1200"/>
                        <a:t>14–15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Light</a:t>
                      </a:r>
                      <a:endParaRPr lang="en-IN" sz="1200"/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Laws, reflection, refraction, lens </a:t>
                      </a:r>
                      <a:r>
                        <a:rPr lang="en-US" sz="1200" dirty="0" err="1"/>
                        <a:t>numericals</a:t>
                      </a:r>
                      <a:r>
                        <a:rPr lang="en-US" sz="1200" dirty="0"/>
                        <a:t>, human eye intro</a:t>
                      </a:r>
                    </a:p>
                  </a:txBody>
                  <a:tcPr marL="31995" marR="31995" marT="15998" marB="15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392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12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B4F695-5BA9-2B26-9738-97CFCBB2B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149609"/>
              </p:ext>
            </p:extLst>
          </p:nvPr>
        </p:nvGraphicFramePr>
        <p:xfrm>
          <a:off x="1084007" y="2103120"/>
          <a:ext cx="10515600" cy="2651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386385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620945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05998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Class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6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Practice Tests (MCQs + Assertion-Reason) – Set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784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Concept Revision: Tough chapters (Repro, Light, Sound)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376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sv-SE"/>
                        <a:t>Olympiad Paper Solving (Mock + Analysis)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529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Backup / Oral Tests / Final Q&amp;A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6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6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ood Luck PNGs for Free Download">
            <a:extLst>
              <a:ext uri="{FF2B5EF4-FFF2-40B4-BE49-F238E27FC236}">
                <a16:creationId xmlns:a16="http://schemas.microsoft.com/office/drawing/2014/main" id="{476F1BB8-BAA6-EB88-0940-757B6B0F8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52400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36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Introduction </vt:lpstr>
      <vt:lpstr>Syllabus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Sanskriti Jain</dc:creator>
  <cp:lastModifiedBy>Sanskriti Jain</cp:lastModifiedBy>
  <cp:revision>1</cp:revision>
  <dcterms:created xsi:type="dcterms:W3CDTF">2025-04-25T07:06:57Z</dcterms:created>
  <dcterms:modified xsi:type="dcterms:W3CDTF">2025-04-25T07:06:57Z</dcterms:modified>
</cp:coreProperties>
</file>