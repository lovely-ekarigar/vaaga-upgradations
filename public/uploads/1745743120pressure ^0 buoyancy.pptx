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E2F4-2968-08B8-5E93-0BEC929FA9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Pressure &amp; Buoyancy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14995-6260-E2BE-F243-B1C0BE3CF4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88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E001-2AFA-D489-EA0A-80DBEA2E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Thrust and Pressure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0A693-294E-CB16-8C4D-4335CFBB5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4055532" cy="51206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Thrust</a:t>
            </a:r>
            <a:r>
              <a:rPr lang="en-IN" dirty="0"/>
              <a:t>: Force acting </a:t>
            </a:r>
            <a:r>
              <a:rPr lang="en-IN" b="1" dirty="0"/>
              <a:t>normally (perpendicular)</a:t>
            </a:r>
            <a:r>
              <a:rPr lang="en-IN" dirty="0"/>
              <a:t> to a surface.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Pressure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Pressure=Force (Thrust)/Area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Units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Force: Newton (N)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Pressure: Pascal (Pa)</a:t>
            </a:r>
            <a:br>
              <a:rPr lang="en-IN" dirty="0"/>
            </a:br>
            <a:r>
              <a:rPr lang="en-IN" dirty="0"/>
              <a:t>(1 Pascal = 1 N/m²)</a:t>
            </a:r>
          </a:p>
          <a:p>
            <a:endParaRPr lang="en-IN" dirty="0"/>
          </a:p>
        </p:txBody>
      </p:sp>
      <p:pic>
        <p:nvPicPr>
          <p:cNvPr id="1026" name="Picture 2" descr="What is thrust? - Class 9 Gravitation Notes - Teachoo - Concepts">
            <a:extLst>
              <a:ext uri="{FF2B5EF4-FFF2-40B4-BE49-F238E27FC236}">
                <a16:creationId xmlns:a16="http://schemas.microsoft.com/office/drawing/2014/main" id="{A11334C7-6275-DA5C-9B08-E7502ACA1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899" y="1925052"/>
            <a:ext cx="3323278" cy="276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22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B9C8-8D1E-C095-D6E9-ECAFC05D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Pressure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AD54-73FF-B7F0-A77B-4151F2ABF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594" y="0"/>
            <a:ext cx="7777301" cy="51206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sharp knife cuts better because it applies </a:t>
            </a:r>
            <a:r>
              <a:rPr lang="en-US" b="1" dirty="0"/>
              <a:t>more pressure</a:t>
            </a:r>
            <a:r>
              <a:rPr lang="en-US" dirty="0"/>
              <a:t> over a </a:t>
            </a:r>
            <a:r>
              <a:rPr lang="en-US" b="1" dirty="0"/>
              <a:t>small area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Walking: More pressure while walking than standing because less area is used.</a:t>
            </a:r>
          </a:p>
          <a:p>
            <a:endParaRPr lang="en-IN" dirty="0"/>
          </a:p>
        </p:txBody>
      </p:sp>
      <p:pic>
        <p:nvPicPr>
          <p:cNvPr id="2050" name="Picture 2" descr="Pressure (article) | Khan Academy">
            <a:extLst>
              <a:ext uri="{FF2B5EF4-FFF2-40B4-BE49-F238E27FC236}">
                <a16:creationId xmlns:a16="http://schemas.microsoft.com/office/drawing/2014/main" id="{66F07110-B3E4-39FA-7226-3118DD12B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465" y="3548514"/>
            <a:ext cx="6699558" cy="217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79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2506-3E51-E53E-6682-A1BDEBB1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Pressure in Liquids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B07DB-C9BE-7B53-A57F-5166A598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3093006" cy="51206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Liquids and gases can </a:t>
            </a:r>
            <a:r>
              <a:rPr lang="en-US" b="1" dirty="0"/>
              <a:t>flow</a:t>
            </a:r>
            <a:r>
              <a:rPr lang="en-US" dirty="0"/>
              <a:t> → called </a:t>
            </a:r>
            <a:r>
              <a:rPr lang="en-US" b="1" dirty="0"/>
              <a:t>fluids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Pressure in fluids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Acts in </a:t>
            </a:r>
            <a:r>
              <a:rPr lang="en-US" b="1" dirty="0"/>
              <a:t>all directions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Increases</a:t>
            </a:r>
            <a:r>
              <a:rPr lang="en-US" dirty="0"/>
              <a:t> with </a:t>
            </a:r>
            <a:r>
              <a:rPr lang="en-US" b="1" dirty="0"/>
              <a:t>depth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3074" name="Picture 2" descr="Liquid pressure measurement example vector illustration diagram – VectorMine">
            <a:extLst>
              <a:ext uri="{FF2B5EF4-FFF2-40B4-BE49-F238E27FC236}">
                <a16:creationId xmlns:a16="http://schemas.microsoft.com/office/drawing/2014/main" id="{5D9358DD-1747-02EA-D5A5-92F25B05E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789" y="1589612"/>
            <a:ext cx="3669632" cy="3669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59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E608-3D50-005A-EF4C-DA9FAB09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8701-B4E9-D1E7-5A18-A19169DD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472500" cy="51206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Pressure at depth in a liquid: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P=</a:t>
            </a:r>
            <a:r>
              <a:rPr lang="en-IN" dirty="0" err="1"/>
              <a:t>h×d×g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 = depth (m)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 = density of liquid (kg/m³)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 = gravity (9.8 m/s²)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62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0B17-E046-315C-5C17-2568A10C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Atmospheric Pressure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C6EB-6DF2-0C56-CC34-153914B46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5122333" cy="51206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 also applies pressure = </a:t>
            </a:r>
            <a:r>
              <a:rPr lang="en-US" b="1" dirty="0"/>
              <a:t>Atmospheric Pressure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sea level, atmospheric pressure = pressure due to </a:t>
            </a:r>
            <a:r>
              <a:rPr lang="en-US" b="1" dirty="0"/>
              <a:t>0.76 m</a:t>
            </a:r>
            <a:r>
              <a:rPr lang="en-US" dirty="0"/>
              <a:t> of </a:t>
            </a:r>
            <a:r>
              <a:rPr lang="en-US" b="1" dirty="0"/>
              <a:t>mercury column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08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6528-0A45-4915-9288-EEB9A6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2B11C-4304-2D29-B3FA-9CB95082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Q:</a:t>
            </a:r>
            <a:r>
              <a:rPr lang="en-US" dirty="0"/>
              <a:t> Find pressure at 15 cm depth, density = 1.2 g/cm³.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70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14A7-3121-D07C-1FD8-150515A6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E66B-26FF-0857-1065-1B40EE6D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P=</a:t>
            </a:r>
            <a:r>
              <a:rPr lang="en-IN" dirty="0" err="1"/>
              <a:t>h×d×g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46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1537-62E1-2934-2137-5D0F75AA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Buoyancy and Upthrust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499C33-8E1E-B4E6-D376-E2ECAE635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2408765"/>
            <a:ext cx="277216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an object is in a liquid: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Liquid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pushes it up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Upthrust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Buoyant Force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Upward force exerted by a fluid.</a:t>
            </a:r>
          </a:p>
        </p:txBody>
      </p:sp>
      <p:pic>
        <p:nvPicPr>
          <p:cNvPr id="4099" name="Picture 3" descr="Buoyancy | CK-12 Foundation">
            <a:extLst>
              <a:ext uri="{FF2B5EF4-FFF2-40B4-BE49-F238E27FC236}">
                <a16:creationId xmlns:a16="http://schemas.microsoft.com/office/drawing/2014/main" id="{4EAD7451-D00D-250D-1212-25BAF660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184" y="1498308"/>
            <a:ext cx="3409004" cy="386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78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4FBD-28D9-9B10-C6A6-5168C244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Affecting Upthrust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5AD396-44C4-93A5-45C8-F9F3E0FE84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Volume submerged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More upthrust.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Denser liquid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More upthrust.</a:t>
            </a:r>
          </a:p>
        </p:txBody>
      </p:sp>
    </p:spTree>
    <p:extLst>
      <p:ext uri="{BB962C8B-B14F-4D97-AF65-F5344CB8AC3E}">
        <p14:creationId xmlns:p14="http://schemas.microsoft.com/office/powerpoint/2010/main" val="8119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523F-1E41-72D3-0B01-3BDD8923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Archimedes’ Principle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5CB705-08AF-D31F-A486-1F47009F0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1439269"/>
            <a:ext cx="153692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body immersed in a liquid experiences: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Upthrust = Weight of liquid displaced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V×d×g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V = Volume submerged.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 descr="Archimedes' Principle">
            <a:extLst>
              <a:ext uri="{FF2B5EF4-FFF2-40B4-BE49-F238E27FC236}">
                <a16:creationId xmlns:a16="http://schemas.microsoft.com/office/drawing/2014/main" id="{2D7C5912-AFC2-4A69-C57A-1278A5347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56" y="1264308"/>
            <a:ext cx="5181599" cy="414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0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0565-2E43-E05C-72D4-AD615561E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5E19-890B-58B1-25E3-2A99CB77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 weight in air = 300 </a:t>
            </a:r>
            <a:r>
              <a:rPr lang="en-US" dirty="0" err="1"/>
              <a:t>gmF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 in water = 260 </a:t>
            </a:r>
            <a:r>
              <a:rPr lang="en-US" dirty="0" err="1"/>
              <a:t>gmF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 in weight = 40 </a:t>
            </a:r>
            <a:r>
              <a:rPr lang="en-US" dirty="0" err="1"/>
              <a:t>gmF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Upthrust = 40 </a:t>
            </a:r>
            <a:r>
              <a:rPr lang="en-US" b="1" dirty="0" err="1"/>
              <a:t>gmF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65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1520-92A1-7A51-E2E7-84030F4B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C7307-BC2F-A14D-3872-7B6F5994D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Density</a:t>
            </a:r>
            <a:r>
              <a:rPr lang="en-IN" dirty="0"/>
              <a:t> =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Density=Mass/Volume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SI: kg/m³      CGS: g/cm³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Water density = 1 g/cm³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67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5197-60C4-91BB-38F9-32BF7C459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Density and Temperature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809F71-1F91-46A4-7093-46333F156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Heating → Decreases density (expansion).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is special!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density at 4°C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671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0970-7390-E754-104C-ADA5345D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56C47D-781A-E10B-09E0-C153F07FA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2962763"/>
            <a:ext cx="28959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in air = 60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gmF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in water = 52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gmF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What is buoyant force?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B501-57C6-A365-8B4D-0F287564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4419F3-7E44-E6CF-8CA8-E642E1AE82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3105834"/>
            <a:ext cx="29474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= 8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gmF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= 8 cm</a:t>
            </a:r>
            <a:r>
              <a:rPr kumimoji="0" lang="en-US" altLang="en-US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4478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4073-0D62-AA0E-4BCE-9387DA0E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7ACBA6-0E0E-73A3-643C-9C47C2AC3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Pressure = Force /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Pressure increases with depth.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Buoyancy = Upthrust by liquid.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Archimedes Principle = Upthrust = Weight of liquid displaced.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 = Mass / Volume.</a:t>
            </a:r>
          </a:p>
        </p:txBody>
      </p:sp>
    </p:spTree>
    <p:extLst>
      <p:ext uri="{BB962C8B-B14F-4D97-AF65-F5344CB8AC3E}">
        <p14:creationId xmlns:p14="http://schemas.microsoft.com/office/powerpoint/2010/main" val="2631503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A7B3-CF77-1E32-B870-14BCCD31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4EF5-3DED-37C7-449E-DBB21024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pressure applied on a body depends on:</a:t>
            </a:r>
            <a:br>
              <a:rPr lang="en-US" dirty="0"/>
            </a:br>
            <a:r>
              <a:rPr lang="en-US" b="1" dirty="0"/>
              <a:t>A)</a:t>
            </a:r>
            <a:r>
              <a:rPr lang="en-US" dirty="0"/>
              <a:t> Force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Area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Both force and mass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Both force and area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82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438A-C09F-17A0-D79A-2704BAA4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04F4-02B1-216D-F40F-39E7BB80F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Answer: D) Both force and area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5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3A65-A4BD-C736-1C02-40B8BA63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8496-A33D-4C06-1D6E-28053011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formula for pressure is:</a:t>
            </a:r>
            <a:br>
              <a:rPr lang="en-US" dirty="0"/>
            </a:br>
            <a:r>
              <a:rPr lang="en-US" b="1" dirty="0"/>
              <a:t>A)</a:t>
            </a:r>
            <a:r>
              <a:rPr lang="en-US" dirty="0"/>
              <a:t> Force × Area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Force / Area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Area / Force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842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F8E9-E325-6D3A-A537-67253203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F1BAD-3C9A-989F-E338-0D3B9B58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B) Force / Area</a:t>
            </a:r>
          </a:p>
        </p:txBody>
      </p:sp>
    </p:spTree>
    <p:extLst>
      <p:ext uri="{BB962C8B-B14F-4D97-AF65-F5344CB8AC3E}">
        <p14:creationId xmlns:p14="http://schemas.microsoft.com/office/powerpoint/2010/main" val="2035736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63DB-4F5A-011D-D5BA-037F9AB5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FD5D-3A3F-897F-C822-3C605DD1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following is </a:t>
            </a:r>
            <a:r>
              <a:rPr lang="en-US" b="1" dirty="0"/>
              <a:t>NOT</a:t>
            </a:r>
            <a:r>
              <a:rPr lang="en-US" dirty="0"/>
              <a:t> a unit of pressure?</a:t>
            </a:r>
            <a:br>
              <a:rPr lang="en-US" dirty="0"/>
            </a:br>
            <a:r>
              <a:rPr lang="en-US" b="1" dirty="0"/>
              <a:t>A)</a:t>
            </a:r>
            <a:r>
              <a:rPr lang="en-US" dirty="0"/>
              <a:t> Bar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Newton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Pascal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atm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2FEE-FF25-B07A-DEC6-22381E06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B1209-A3CF-D6B7-B58A-D42D5637B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B) Newton</a:t>
            </a:r>
          </a:p>
        </p:txBody>
      </p:sp>
    </p:spTree>
    <p:extLst>
      <p:ext uri="{BB962C8B-B14F-4D97-AF65-F5344CB8AC3E}">
        <p14:creationId xmlns:p14="http://schemas.microsoft.com/office/powerpoint/2010/main" val="2391656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7255-9D57-A70F-3EC3-8B68D59C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31A9C-5F5F-6308-AE05-AAD6B4DCC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pressure vary as we move from sea level to mountain top?</a:t>
            </a:r>
            <a:br>
              <a:rPr lang="en-US" dirty="0"/>
            </a:br>
            <a:r>
              <a:rPr lang="en-US" b="1" dirty="0"/>
              <a:t>A)</a:t>
            </a:r>
            <a:r>
              <a:rPr lang="en-US" dirty="0"/>
              <a:t> Decreases</a:t>
            </a:r>
            <a:br>
              <a:rPr lang="en-US" dirty="0"/>
            </a:br>
            <a:r>
              <a:rPr lang="en-US" b="1" dirty="0"/>
              <a:t>B)</a:t>
            </a:r>
            <a:r>
              <a:rPr lang="en-US" dirty="0"/>
              <a:t> Increases</a:t>
            </a:r>
            <a:br>
              <a:rPr lang="en-US" dirty="0"/>
            </a:br>
            <a:r>
              <a:rPr lang="en-US" b="1" dirty="0"/>
              <a:t>C)</a:t>
            </a:r>
            <a:r>
              <a:rPr lang="en-US" dirty="0"/>
              <a:t> Increases up to a few kilometers and then decreases</a:t>
            </a:r>
            <a:br>
              <a:rPr lang="en-US" dirty="0"/>
            </a:br>
            <a:r>
              <a:rPr lang="en-US" b="1" dirty="0"/>
              <a:t>D)</a:t>
            </a:r>
            <a:r>
              <a:rPr lang="en-US" dirty="0"/>
              <a:t> Decreases up to a few kilometers and then increases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622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E538-24AE-8EC2-3C6E-3A3E5280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2959-C486-3B97-6DE3-7CA95049E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Answer: A) Decreases</a:t>
            </a:r>
          </a:p>
        </p:txBody>
      </p:sp>
    </p:spTree>
    <p:extLst>
      <p:ext uri="{BB962C8B-B14F-4D97-AF65-F5344CB8AC3E}">
        <p14:creationId xmlns:p14="http://schemas.microsoft.com/office/powerpoint/2010/main" val="1153302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F4E9-1284-E785-52B9-6EFAF9CF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A11A-DAB0-AED8-D1FF-09AD25855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diver is 20 meters below the surface of the sea.</a:t>
            </a:r>
            <a:br>
              <a:rPr lang="en-US" dirty="0"/>
            </a:br>
            <a:r>
              <a:rPr lang="en-US" dirty="0"/>
              <a:t>The density of seawater is 1030 kg/m</a:t>
            </a:r>
            <a:r>
              <a:rPr lang="en-US" baseline="30000" dirty="0"/>
              <a:t>3</a:t>
            </a:r>
            <a:br>
              <a:rPr lang="en-US" dirty="0"/>
            </a:br>
            <a:r>
              <a:rPr lang="en-US" dirty="0"/>
              <a:t>Find the pressure exerted by the water at that depth.</a:t>
            </a:r>
            <a:br>
              <a:rPr lang="en-US" dirty="0"/>
            </a:br>
            <a:r>
              <a:rPr lang="en-US" dirty="0"/>
              <a:t>(Take g=9.8 m/s</a:t>
            </a:r>
            <a:r>
              <a:rPr lang="en-US" baseline="30000" dirty="0"/>
              <a:t>2</a:t>
            </a:r>
            <a:endParaRPr lang="en-IN" baseline="30000" dirty="0"/>
          </a:p>
        </p:txBody>
      </p:sp>
    </p:spTree>
    <p:extLst>
      <p:ext uri="{BB962C8B-B14F-4D97-AF65-F5344CB8AC3E}">
        <p14:creationId xmlns:p14="http://schemas.microsoft.com/office/powerpoint/2010/main" val="163877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5683-17E3-6FA5-1B4D-2C6112A2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A04F5-3D5F-C209-57B1-E1D28CA16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P=</a:t>
            </a:r>
            <a:r>
              <a:rPr lang="en-IN" dirty="0" err="1"/>
              <a:t>h×d×g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120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6518-68FC-E8A3-3CE7-C2DDDA80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6F8FC-8A9F-148A-49C1-6A00DF823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metal block weighs 100 N in air. When fully submerged in water, it weighs 80 N.</a:t>
            </a:r>
            <a:br>
              <a:rPr lang="en-US" dirty="0"/>
            </a:br>
            <a:r>
              <a:rPr lang="en-US" dirty="0"/>
              <a:t>Find:</a:t>
            </a:r>
            <a:br>
              <a:rPr lang="en-US" dirty="0"/>
            </a:br>
            <a:r>
              <a:rPr lang="en-US" dirty="0"/>
              <a:t>(a) The buoyant force acting on the block.</a:t>
            </a:r>
            <a:br>
              <a:rPr lang="en-US" dirty="0"/>
            </a:br>
            <a:r>
              <a:rPr lang="en-US" dirty="0"/>
              <a:t>(b) The volume of the block.</a:t>
            </a:r>
            <a:br>
              <a:rPr lang="en-US" dirty="0"/>
            </a:br>
            <a:r>
              <a:rPr lang="en-US" dirty="0"/>
              <a:t>(Take density of water =1000 kg/m</a:t>
            </a:r>
            <a:r>
              <a:rPr lang="en-US" baseline="30000" dirty="0"/>
              <a:t>3</a:t>
            </a:r>
            <a:r>
              <a:rPr lang="en-US" dirty="0"/>
              <a:t>, g=10 m/s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284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6466-F6DD-3798-5F17-A084A51D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E575-63E6-D798-6FBA-78D2A9306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Buoyant force = Loss in weight</a:t>
            </a:r>
          </a:p>
          <a:p>
            <a:pPr>
              <a:buNone/>
            </a:pPr>
            <a:r>
              <a:rPr lang="en-US" dirty="0"/>
              <a:t>=100−80=20 N</a:t>
            </a:r>
          </a:p>
          <a:p>
            <a:pPr>
              <a:buNone/>
            </a:pPr>
            <a:r>
              <a:rPr lang="en-US" dirty="0"/>
              <a:t>Buoyant force= V x d x g</a:t>
            </a:r>
          </a:p>
        </p:txBody>
      </p:sp>
    </p:spTree>
    <p:extLst>
      <p:ext uri="{BB962C8B-B14F-4D97-AF65-F5344CB8AC3E}">
        <p14:creationId xmlns:p14="http://schemas.microsoft.com/office/powerpoint/2010/main" val="76802246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22</TotalTime>
  <Words>708</Words>
  <Application>Microsoft Office PowerPoint</Application>
  <PresentationFormat>Widescreen</PresentationFormat>
  <Paragraphs>83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Corbel</vt:lpstr>
      <vt:lpstr>Wingdings 2</vt:lpstr>
      <vt:lpstr>Frame</vt:lpstr>
      <vt:lpstr>Pressure &amp; Buoyancy</vt:lpstr>
      <vt:lpstr>Thrust and Pressure</vt:lpstr>
      <vt:lpstr>Examples of Pressure</vt:lpstr>
      <vt:lpstr>Pressure in Liquids </vt:lpstr>
      <vt:lpstr>PowerPoint Presentation</vt:lpstr>
      <vt:lpstr>Atmospheric Pressure</vt:lpstr>
      <vt:lpstr>Example Problems</vt:lpstr>
      <vt:lpstr>Solution: </vt:lpstr>
      <vt:lpstr>Buoyancy and Upthrust </vt:lpstr>
      <vt:lpstr>Factors Affecting Upthrust </vt:lpstr>
      <vt:lpstr>Archimedes’ Principle </vt:lpstr>
      <vt:lpstr>Example</vt:lpstr>
      <vt:lpstr>Density</vt:lpstr>
      <vt:lpstr>Density and Temperature </vt:lpstr>
      <vt:lpstr>Question</vt:lpstr>
      <vt:lpstr>Solution </vt:lpstr>
      <vt:lpstr>Key Takeaways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Sanskriti Jain</dc:creator>
  <cp:lastModifiedBy>Sanskriti Jain</cp:lastModifiedBy>
  <cp:revision>1</cp:revision>
  <dcterms:created xsi:type="dcterms:W3CDTF">2025-04-26T07:51:05Z</dcterms:created>
  <dcterms:modified xsi:type="dcterms:W3CDTF">2025-04-26T08:13:46Z</dcterms:modified>
</cp:coreProperties>
</file>