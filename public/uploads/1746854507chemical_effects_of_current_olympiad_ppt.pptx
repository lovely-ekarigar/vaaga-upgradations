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3896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2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4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5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07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00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8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2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2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3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13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513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63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72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07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56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130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1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Chemical Effects of Electric Current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Olympiad Preparation | Grade 8 (Target: Grade 10 Level)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and Electricity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Energy is required for all activities. It comes in various forms like heat, light, mechanical, and electrical energy.</a:t>
            </a:r>
          </a:p>
          <a:p>
            <a:r>
              <a:t>Electricity is a versatile and clean form of energy.</a:t>
            </a:r>
          </a:p>
          <a:p>
            <a:r>
              <a:t>We often need to convert one form of energy into another.</a:t>
            </a:r>
          </a:p>
          <a:p>
            <a:r>
              <a:t>Electric energy can cause chemical changes in substances.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Electric Current?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Electric current is the flow of electric charge (usually electrons) through a conductor.</a:t>
            </a:r>
          </a:p>
          <a:p>
            <a:r>
              <a:t>Measured in Amperes (A)</a:t>
            </a:r>
          </a:p>
          <a:p>
            <a:r>
              <a:t>Requires a voltage source (like a battery) and a closed circuit.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Chemical Effects of Electric Current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an electric current passes through a liquid (electrolyte), it can cause chemical reactions. These are called chemical effects of current.</a:t>
            </a:r>
          </a:p>
          <a:p>
            <a:r>
              <a:t>Can lead to decomposition of compounds.</a:t>
            </a:r>
          </a:p>
          <a:p>
            <a:r>
              <a:t>Used in industries for electrolysis, refining, and electroplating.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Electrolysis?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Electrolysis is the process of using electric current to break down a compound in liquid form.</a:t>
            </a:r>
          </a:p>
          <a:p>
            <a:r>
              <a:t>Requires electrodes (anode and cathode) and an electrolyte.</a:t>
            </a:r>
          </a:p>
          <a:p>
            <a:r>
              <a:t>Commonly used in decomposition of water, electroplating,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Electrolysis – Basic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029" y="254261"/>
            <a:ext cx="7797662" cy="3311189"/>
          </a:xfrm>
        </p:spPr>
        <p:txBody>
          <a:bodyPr/>
          <a:lstStyle/>
          <a:p>
            <a:r>
              <a:rPr dirty="0"/>
              <a:t>Electrolysis of water: Electric current decomposes water into hydrogen and oxygen gas.</a:t>
            </a:r>
          </a:p>
        </p:txBody>
      </p:sp>
      <p:pic>
        <p:nvPicPr>
          <p:cNvPr id="1026" name="Picture 2" descr="Water electrolysis explained – the basis for most Power-to-X processes -  PtX Hub">
            <a:extLst>
              <a:ext uri="{FF2B5EF4-FFF2-40B4-BE49-F238E27FC236}">
                <a16:creationId xmlns:a16="http://schemas.microsoft.com/office/drawing/2014/main" id="{03D1F41D-9642-7343-2C8B-917D47EFE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961" y="2269306"/>
            <a:ext cx="4706119" cy="381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Electrolysis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Electrolysis is used in several practical applications:</a:t>
            </a:r>
          </a:p>
          <a:p>
            <a:r>
              <a:t>Manufacturing chemicals (e.g., NaOH, Cl₂, H₂)</a:t>
            </a:r>
          </a:p>
          <a:p>
            <a:r>
              <a:t>Extraction of metals from ores (electrometallurgy)</a:t>
            </a:r>
          </a:p>
          <a:p>
            <a:r>
              <a:t>Refining of impure metals</a:t>
            </a:r>
          </a:p>
          <a:p>
            <a:r>
              <a:t>Electroplating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Extraction of Metals – Electrometallurgy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929077"/>
            <a:ext cx="7797662" cy="3311189"/>
          </a:xfrm>
        </p:spPr>
        <p:txBody>
          <a:bodyPr/>
          <a:lstStyle/>
          <a:p>
            <a:r>
              <a:rPr dirty="0"/>
              <a:t>Reactive metals like Na, K, Ca, Mg are extracted using electrolysis.</a:t>
            </a:r>
          </a:p>
          <a:p>
            <a:r>
              <a:rPr dirty="0"/>
              <a:t>Example: NaCl molten → Na + Cl₂</a:t>
            </a:r>
          </a:p>
          <a:p>
            <a:r>
              <a:rPr dirty="0"/>
              <a:t>Aluminum is extracted from </a:t>
            </a:r>
            <a:r>
              <a:rPr dirty="0" err="1"/>
              <a:t>Al₂O</a:t>
            </a:r>
            <a:r>
              <a:rPr dirty="0"/>
              <a:t>₃ using electrolysis.</a:t>
            </a:r>
          </a:p>
        </p:txBody>
      </p:sp>
      <p:pic>
        <p:nvPicPr>
          <p:cNvPr id="2050" name="Picture 2" descr="Electrolytic Cells">
            <a:extLst>
              <a:ext uri="{FF2B5EF4-FFF2-40B4-BE49-F238E27FC236}">
                <a16:creationId xmlns:a16="http://schemas.microsoft.com/office/drawing/2014/main" id="{7B0C9BE6-AF55-38AC-CA35-F7C424985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777" y="3481842"/>
            <a:ext cx="4265367" cy="262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Refining of Metals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455" y="292469"/>
            <a:ext cx="7797662" cy="3311189"/>
          </a:xfrm>
        </p:spPr>
        <p:txBody>
          <a:bodyPr/>
          <a:lstStyle/>
          <a:p>
            <a:r>
              <a:rPr dirty="0"/>
              <a:t>Impure metals are purified using electrolysis.</a:t>
            </a:r>
          </a:p>
          <a:p>
            <a:r>
              <a:rPr dirty="0"/>
              <a:t>Example: Impure copper is made anode, pure copper is cathode.</a:t>
            </a:r>
          </a:p>
        </p:txBody>
      </p:sp>
      <p:pic>
        <p:nvPicPr>
          <p:cNvPr id="3074" name="Picture 2" descr="What is Electrolytic Refining: Its Principles, Process and FAQs">
            <a:extLst>
              <a:ext uri="{FF2B5EF4-FFF2-40B4-BE49-F238E27FC236}">
                <a16:creationId xmlns:a16="http://schemas.microsoft.com/office/drawing/2014/main" id="{BA9E26EA-01B9-3CEA-804F-609D35582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131" y="2437676"/>
            <a:ext cx="5440101" cy="389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Electroplating?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735202"/>
            <a:ext cx="7797662" cy="3311189"/>
          </a:xfrm>
        </p:spPr>
        <p:txBody>
          <a:bodyPr/>
          <a:lstStyle/>
          <a:p>
            <a:r>
              <a:rPr dirty="0"/>
              <a:t>Electroplating is the process of depositing a thin layer of one metal over another using electricity.</a:t>
            </a:r>
          </a:p>
          <a:p>
            <a:r>
              <a:rPr dirty="0"/>
              <a:t>Used for protection, appearance, and corrosion resistance.</a:t>
            </a:r>
          </a:p>
          <a:p>
            <a:r>
              <a:rPr dirty="0"/>
              <a:t>Common metals: Silver, gold, nickel, chromium.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AAB51-6024-2035-02B9-C7FBA4B6D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360" y="3428999"/>
            <a:ext cx="1828800" cy="2505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in Electroplating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basic steps include:</a:t>
            </a:r>
          </a:p>
          <a:p>
            <a:r>
              <a:t>Clean the object thoroughly.</a:t>
            </a:r>
          </a:p>
          <a:p>
            <a:r>
              <a:t>Make the object cathode (–ve) and metal plate anode (+ve).</a:t>
            </a:r>
          </a:p>
          <a:p>
            <a:r>
              <a:t>Immerse in electrolyte solution of metal salt.</a:t>
            </a:r>
          </a:p>
          <a:p>
            <a:r>
              <a:t>Pass current to deposit metal layer.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Electroplating Copper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407801"/>
            <a:ext cx="7797662" cy="3311189"/>
          </a:xfrm>
        </p:spPr>
        <p:txBody>
          <a:bodyPr/>
          <a:lstStyle/>
          <a:p>
            <a:r>
              <a:rPr dirty="0"/>
              <a:t>Copper is deposited on an iron object using copper sulphate solution as electrolyte.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42EC63-F3AE-48A2-181D-65B7BEDBF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430" y="2576090"/>
            <a:ext cx="5347504" cy="30079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Reactions at Electrodes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535538"/>
            <a:ext cx="7797662" cy="3311189"/>
          </a:xfrm>
        </p:spPr>
        <p:txBody>
          <a:bodyPr/>
          <a:lstStyle/>
          <a:p>
            <a:r>
              <a:rPr dirty="0"/>
              <a:t>In </a:t>
            </a:r>
            <a:r>
              <a:rPr dirty="0" err="1"/>
              <a:t>CuSO</a:t>
            </a:r>
            <a:r>
              <a:rPr dirty="0"/>
              <a:t>₄ solution:</a:t>
            </a:r>
          </a:p>
          <a:p>
            <a:r>
              <a:rPr dirty="0"/>
              <a:t>At Cathode: Cu²⁺ + 2e⁻ → Cu (deposited on object)</a:t>
            </a:r>
          </a:p>
          <a:p>
            <a:r>
              <a:rPr dirty="0"/>
              <a:t>At Anode: Cu → Cu²⁺ + 2e⁻ (copper dissolves into solution)</a:t>
            </a:r>
          </a:p>
        </p:txBody>
      </p:sp>
      <p:pic>
        <p:nvPicPr>
          <p:cNvPr id="5122" name="Picture 2" descr="Electrolysis of copper sulphate ...">
            <a:extLst>
              <a:ext uri="{FF2B5EF4-FFF2-40B4-BE49-F238E27FC236}">
                <a16:creationId xmlns:a16="http://schemas.microsoft.com/office/drawing/2014/main" id="{696F510B-80C0-0849-99F6-616C93F8E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908" y="2896711"/>
            <a:ext cx="4993753" cy="279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to remember:</a:t>
            </a:r>
          </a:p>
          <a:p>
            <a:r>
              <a:t>Electric current can cause chemical changes.</a:t>
            </a:r>
          </a:p>
          <a:p>
            <a:r>
              <a:t>Electrolysis splits compounds using electric current.</a:t>
            </a:r>
          </a:p>
          <a:p>
            <a:r>
              <a:t>Electroplating is a practical application of electrolysis.</a:t>
            </a:r>
          </a:p>
          <a:p>
            <a:r>
              <a:t>Used in metal extraction, refining, and decoration.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Olympiad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tips for cracking Olympiad questions:</a:t>
            </a:r>
          </a:p>
          <a:p>
            <a:r>
              <a:t>Understand all diagrams thoroughly.</a:t>
            </a:r>
          </a:p>
          <a:p>
            <a:r>
              <a:t>Practice reactions and electrode identification.</a:t>
            </a:r>
          </a:p>
          <a:p>
            <a:r>
              <a:t>Revise real-world applications.</a:t>
            </a:r>
          </a:p>
          <a:p>
            <a:r>
              <a:t>Solve previous year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your knowledge!</a:t>
            </a:r>
          </a:p>
          <a:p>
            <a:r>
              <a:t>1. What is electrolysis?</a:t>
            </a:r>
          </a:p>
          <a:p>
            <a:r>
              <a:t>2. What is the electrolyte used in copper electroplating?</a:t>
            </a:r>
          </a:p>
          <a:p>
            <a:r>
              <a:t>3. What is formed at the cathode during electrolysis of water?</a:t>
            </a:r>
          </a:p>
          <a:p>
            <a:r>
              <a:t>4. Name one metal extracted using electrolysis.</a:t>
            </a:r>
          </a:p>
          <a:p>
            <a:r>
              <a:t>5. Why is electroplating done?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answers:</a:t>
            </a:r>
          </a:p>
          <a:p>
            <a:r>
              <a:t>1. Breakdown of compound using electric current.</a:t>
            </a:r>
          </a:p>
          <a:p>
            <a:r>
              <a:t>2. Copper sulphate solution.</a:t>
            </a:r>
          </a:p>
          <a:p>
            <a:r>
              <a:t>3. Hydrogen gas.</a:t>
            </a:r>
          </a:p>
          <a:p>
            <a:r>
              <a:t>4. Sodium / Aluminum / Magnesium.</a:t>
            </a:r>
          </a:p>
          <a:p>
            <a:r>
              <a:t>5. For protection, appearance, or corrosion resistance.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9</TotalTime>
  <Words>638</Words>
  <Application>Microsoft Office PowerPoint</Application>
  <PresentationFormat>On-screen Show (4:3)</PresentationFormat>
  <Paragraphs>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Impact</vt:lpstr>
      <vt:lpstr>Main Event</vt:lpstr>
      <vt:lpstr>Chemical Effects of Electric Current</vt:lpstr>
      <vt:lpstr>Energy and Electricity</vt:lpstr>
      <vt:lpstr>What is Electric Current?</vt:lpstr>
      <vt:lpstr>Chemical Effects of Electric Current</vt:lpstr>
      <vt:lpstr>What is Electrolysis?</vt:lpstr>
      <vt:lpstr>Electrolysis – Basic Diagram</vt:lpstr>
      <vt:lpstr>Applications of Electrolysis</vt:lpstr>
      <vt:lpstr>Extraction of Metals – Electrometallurgy</vt:lpstr>
      <vt:lpstr>Refining of Metals</vt:lpstr>
      <vt:lpstr>What is Electroplating?</vt:lpstr>
      <vt:lpstr>Steps in Electroplating</vt:lpstr>
      <vt:lpstr>Example: Electroplating Copper</vt:lpstr>
      <vt:lpstr>Reactions at Electrodes</vt:lpstr>
      <vt:lpstr>Summary</vt:lpstr>
      <vt:lpstr>Olympiad Tips</vt:lpstr>
      <vt:lpstr>Quick Quiz</vt:lpstr>
      <vt:lpstr>Quiz Answers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Sanskriti Jain</dc:creator>
  <cp:keywords/>
  <dc:description>generated using python-pptx</dc:description>
  <cp:lastModifiedBy>Sanskriti Jain</cp:lastModifiedBy>
  <cp:revision>2</cp:revision>
  <dcterms:created xsi:type="dcterms:W3CDTF">2013-01-27T09:14:16Z</dcterms:created>
  <dcterms:modified xsi:type="dcterms:W3CDTF">2025-05-09T07:55:00Z</dcterms:modified>
  <cp:category/>
</cp:coreProperties>
</file>