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5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D0E5B-1E2F-3364-AC6F-25945CC6FC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0500"/>
            <a:ext cx="2181225" cy="7125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andromeda-galaxy-universe-space-andromeda-galaxy-astronomical-object-wallpaper-cvixt/download/3440x1440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ar-constellation-universe-twins-2633893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85934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06986" y="6560301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184800" y="0"/>
            <a:ext cx="19445557" cy="12250701"/>
          </a:xfrm>
          <a:custGeom>
            <a:avLst/>
            <a:gdLst/>
            <a:ahLst/>
            <a:cxnLst/>
            <a:rect l="l" t="t" r="r" b="b"/>
            <a:pathLst>
              <a:path w="19445557" h="12250701">
                <a:moveTo>
                  <a:pt x="0" y="0"/>
                </a:moveTo>
                <a:lnTo>
                  <a:pt x="19445557" y="0"/>
                </a:lnTo>
                <a:lnTo>
                  <a:pt x="19445557" y="12250701"/>
                </a:lnTo>
                <a:lnTo>
                  <a:pt x="0" y="1225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906212" cy="10634744"/>
          </a:xfrm>
          <a:custGeom>
            <a:avLst/>
            <a:gdLst/>
            <a:ahLst/>
            <a:cxnLst/>
            <a:rect l="l" t="t" r="r" b="b"/>
            <a:pathLst>
              <a:path w="18906212" h="10634744">
                <a:moveTo>
                  <a:pt x="0" y="0"/>
                </a:moveTo>
                <a:lnTo>
                  <a:pt x="18906212" y="0"/>
                </a:lnTo>
                <a:lnTo>
                  <a:pt x="18906212" y="10634744"/>
                </a:lnTo>
                <a:lnTo>
                  <a:pt x="0" y="10634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02520" y="1563941"/>
            <a:ext cx="7101172" cy="2316757"/>
          </a:xfrm>
          <a:custGeom>
            <a:avLst/>
            <a:gdLst/>
            <a:ahLst/>
            <a:cxnLst/>
            <a:rect l="l" t="t" r="r" b="b"/>
            <a:pathLst>
              <a:path w="7101172" h="2316757">
                <a:moveTo>
                  <a:pt x="0" y="0"/>
                </a:moveTo>
                <a:lnTo>
                  <a:pt x="7101172" y="0"/>
                </a:lnTo>
                <a:lnTo>
                  <a:pt x="7101172" y="2316758"/>
                </a:lnTo>
                <a:lnTo>
                  <a:pt x="0" y="231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8782628"/>
            <a:ext cx="18486116" cy="1392098"/>
            <a:chOff x="0" y="0"/>
            <a:chExt cx="4868771" cy="3666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68771" cy="366643"/>
            </a:xfrm>
            <a:custGeom>
              <a:avLst/>
              <a:gdLst/>
              <a:ahLst/>
              <a:cxnLst/>
              <a:rect l="l" t="t" r="r" b="b"/>
              <a:pathLst>
                <a:path w="4868771" h="366643">
                  <a:moveTo>
                    <a:pt x="0" y="0"/>
                  </a:moveTo>
                  <a:lnTo>
                    <a:pt x="4868771" y="0"/>
                  </a:lnTo>
                  <a:lnTo>
                    <a:pt x="4868771" y="366643"/>
                  </a:lnTo>
                  <a:lnTo>
                    <a:pt x="0" y="3666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68771" cy="404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598969" y="4160569"/>
            <a:ext cx="6404723" cy="2307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31"/>
              </a:lnSpc>
            </a:pPr>
            <a:r>
              <a:rPr lang="en-US" sz="666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EARTH AND UNIVERSE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3600" y="6960351"/>
            <a:ext cx="4221199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SANSKRITI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13329" y="9062499"/>
            <a:ext cx="6890363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97"/>
              </a:lnSpc>
            </a:pPr>
            <a:r>
              <a:rPr lang="en-US" sz="4355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www.vaagaacademy.com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80F5A2-C28E-74E2-2859-B422A10A685B}"/>
              </a:ext>
            </a:extLst>
          </p:cNvPr>
          <p:cNvSpPr txBox="1"/>
          <p:nvPr/>
        </p:nvSpPr>
        <p:spPr>
          <a:xfrm>
            <a:off x="914400" y="3695700"/>
            <a:ext cx="9144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Earth is a </a:t>
            </a:r>
            <a:r>
              <a:rPr lang="en-US" sz="3200" b="1" dirty="0"/>
              <a:t>planet</a:t>
            </a:r>
            <a:r>
              <a:rPr lang="en-US" sz="3200" dirty="0"/>
              <a:t> – a huge round ball that we live on 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It has </a:t>
            </a:r>
            <a:r>
              <a:rPr lang="en-US" sz="3200" b="1" dirty="0"/>
              <a:t>land</a:t>
            </a:r>
            <a:r>
              <a:rPr lang="en-US" sz="3200" dirty="0"/>
              <a:t>, </a:t>
            </a:r>
            <a:r>
              <a:rPr lang="en-US" sz="3200" b="1" dirty="0"/>
              <a:t>water</a:t>
            </a:r>
            <a:r>
              <a:rPr lang="en-US" sz="3200" dirty="0"/>
              <a:t>, and </a:t>
            </a:r>
            <a:r>
              <a:rPr lang="en-US" sz="3200" b="1" dirty="0"/>
              <a:t>air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Known as the </a:t>
            </a:r>
            <a:r>
              <a:rPr lang="en-US" sz="3200" b="1" dirty="0"/>
              <a:t>Blue Planet</a:t>
            </a:r>
            <a:r>
              <a:rPr lang="en-US" sz="3200" dirty="0"/>
              <a:t> because 70% of it is covered in water</a:t>
            </a:r>
          </a:p>
          <a:p>
            <a:r>
              <a:rPr lang="en-US" sz="3200" dirty="0"/>
              <a:t>🧠 </a:t>
            </a:r>
            <a:r>
              <a:rPr lang="en-US" sz="3200" b="1" dirty="0"/>
              <a:t>Olympiad Tip:</a:t>
            </a:r>
            <a:r>
              <a:rPr lang="en-US" sz="3200" dirty="0"/>
              <a:t> Earth is the </a:t>
            </a:r>
            <a:r>
              <a:rPr lang="en-US" sz="3200" b="1" dirty="0"/>
              <a:t>only planet with life</a:t>
            </a:r>
            <a:r>
              <a:rPr lang="en-US" sz="3200" dirty="0"/>
              <a:t> and water in all three forms.</a:t>
            </a:r>
          </a:p>
          <a:p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8DC73-6D6C-2B4D-48B0-C2B48E5AA8ED}"/>
              </a:ext>
            </a:extLst>
          </p:cNvPr>
          <p:cNvSpPr txBox="1"/>
          <p:nvPr/>
        </p:nvSpPr>
        <p:spPr>
          <a:xfrm>
            <a:off x="6248400" y="8001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EARTH</a:t>
            </a:r>
          </a:p>
        </p:txBody>
      </p:sp>
      <p:pic>
        <p:nvPicPr>
          <p:cNvPr id="1026" name="Picture 2" descr="Essay On Earth in English for Class 1 ...">
            <a:extLst>
              <a:ext uri="{FF2B5EF4-FFF2-40B4-BE49-F238E27FC236}">
                <a16:creationId xmlns:a16="http://schemas.microsoft.com/office/drawing/2014/main" id="{1FE71F32-F556-8923-D41D-AF6E732A9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0" y="2933700"/>
            <a:ext cx="5896072" cy="403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21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68B7-9578-8538-73DD-60780CB3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10AA21-813D-B642-2642-C1A0CE14994A}"/>
              </a:ext>
            </a:extLst>
          </p:cNvPr>
          <p:cNvSpPr txBox="1"/>
          <p:nvPr/>
        </p:nvSpPr>
        <p:spPr>
          <a:xfrm>
            <a:off x="1023169" y="3109452"/>
            <a:ext cx="63246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Landforms</a:t>
            </a:r>
            <a:r>
              <a:rPr lang="en-US" sz="3200" dirty="0"/>
              <a:t> are natural shapes on Earth’s surface:</a:t>
            </a:r>
          </a:p>
          <a:p>
            <a:pPr>
              <a:buFont typeface="+mj-lt"/>
              <a:buAutoNum type="arabicPeriod"/>
            </a:pPr>
            <a:r>
              <a:rPr lang="en-US" sz="3200" b="1" dirty="0"/>
              <a:t>Mountains</a:t>
            </a:r>
            <a:r>
              <a:rPr lang="en-US" sz="3200" dirty="0"/>
              <a:t> – very tall and steep 🏔️</a:t>
            </a:r>
          </a:p>
          <a:p>
            <a:pPr>
              <a:buFont typeface="+mj-lt"/>
              <a:buAutoNum type="arabicPeriod"/>
            </a:pPr>
            <a:r>
              <a:rPr lang="en-US" sz="3200" b="1" dirty="0"/>
              <a:t>Hills</a:t>
            </a:r>
            <a:r>
              <a:rPr lang="en-US" sz="3200" dirty="0"/>
              <a:t> – smaller than mountains ⛰️</a:t>
            </a:r>
          </a:p>
          <a:p>
            <a:pPr>
              <a:buFont typeface="+mj-lt"/>
              <a:buAutoNum type="arabicPeriod"/>
            </a:pPr>
            <a:r>
              <a:rPr lang="en-US" sz="3200" b="1" dirty="0"/>
              <a:t>Valleys</a:t>
            </a:r>
            <a:r>
              <a:rPr lang="en-US" sz="3200" dirty="0"/>
              <a:t> – low land between hills/mountains 🌄</a:t>
            </a:r>
          </a:p>
          <a:p>
            <a:pPr>
              <a:buFont typeface="+mj-lt"/>
              <a:buAutoNum type="arabicPeriod"/>
            </a:pPr>
            <a:r>
              <a:rPr lang="en-US" sz="3200" b="1" dirty="0"/>
              <a:t>Plains</a:t>
            </a:r>
            <a:r>
              <a:rPr lang="en-US" sz="3200" dirty="0"/>
              <a:t> – large, flat lands 🌾</a:t>
            </a:r>
          </a:p>
          <a:p>
            <a:r>
              <a:rPr lang="en-US" sz="3200" dirty="0"/>
              <a:t>🧠 </a:t>
            </a:r>
            <a:r>
              <a:rPr lang="en-US" sz="3200" i="1" dirty="0"/>
              <a:t>Question clue:</a:t>
            </a:r>
            <a:r>
              <a:rPr lang="en-US" sz="3200" dirty="0"/>
              <a:t> Hills are higher than plains and not as steep as mountains.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9C55D-A6C2-EF88-4736-E41E7EAD4A00}"/>
              </a:ext>
            </a:extLst>
          </p:cNvPr>
          <p:cNvSpPr txBox="1"/>
          <p:nvPr/>
        </p:nvSpPr>
        <p:spPr>
          <a:xfrm>
            <a:off x="6248400" y="800100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LANDFORMS ON EARTH</a:t>
            </a:r>
          </a:p>
        </p:txBody>
      </p:sp>
      <p:pic>
        <p:nvPicPr>
          <p:cNvPr id="9218" name="Picture 2" descr="Major Landforms of The Earth Class 6th - CBSE Class Notes Online -  Classnotes123">
            <a:extLst>
              <a:ext uri="{FF2B5EF4-FFF2-40B4-BE49-F238E27FC236}">
                <a16:creationId xmlns:a16="http://schemas.microsoft.com/office/drawing/2014/main" id="{2200485E-75E4-F2DE-3E4C-896144F24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3109452"/>
            <a:ext cx="8096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4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F2E6-C8A0-0838-9738-AC5DF2A9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AFE716-D926-B622-3575-D70DA1DFE7C7}"/>
              </a:ext>
            </a:extLst>
          </p:cNvPr>
          <p:cNvSpPr txBox="1"/>
          <p:nvPr/>
        </p:nvSpPr>
        <p:spPr>
          <a:xfrm>
            <a:off x="6248400" y="8001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Motion of earth</a:t>
            </a:r>
          </a:p>
        </p:txBody>
      </p:sp>
      <p:pic>
        <p:nvPicPr>
          <p:cNvPr id="1026" name="Picture 2" descr="Essay On Earth in English for Class 1 ...">
            <a:extLst>
              <a:ext uri="{FF2B5EF4-FFF2-40B4-BE49-F238E27FC236}">
                <a16:creationId xmlns:a16="http://schemas.microsoft.com/office/drawing/2014/main" id="{AE63C87D-D3A9-DA93-93D8-EED385189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0" y="2933700"/>
            <a:ext cx="5896072" cy="403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B7735D-6BBD-789E-19C8-721F57265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980677"/>
              </p:ext>
            </p:extLst>
          </p:nvPr>
        </p:nvGraphicFramePr>
        <p:xfrm>
          <a:off x="931606" y="400050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3095949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8288174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16772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285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Rotation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Earth spins on its axis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Causes </a:t>
                      </a:r>
                      <a:r>
                        <a:rPr lang="en-US" sz="2400" b="1"/>
                        <a:t>day and night</a:t>
                      </a:r>
                      <a:r>
                        <a:rPr lang="en-US" sz="2400"/>
                        <a:t> 🌞🌙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16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Revolution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Earth moves around the Sun in a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Causes </a:t>
                      </a:r>
                      <a:r>
                        <a:rPr lang="en-IN" sz="2400" b="1" dirty="0"/>
                        <a:t>seasons</a:t>
                      </a:r>
                      <a:r>
                        <a:rPr lang="en-IN" sz="2400" dirty="0"/>
                        <a:t> ❄️🌸🌞🍂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0502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B329C0A-7A83-9392-39DB-EFD4745E2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998599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🔁 Earth rotates once every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 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revolves once every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365 days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87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FBDA-9462-F8B2-D8D1-4215332D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3921E-C043-8B62-06BF-E1C62FCA4053}"/>
              </a:ext>
            </a:extLst>
          </p:cNvPr>
          <p:cNvSpPr txBox="1"/>
          <p:nvPr/>
        </p:nvSpPr>
        <p:spPr>
          <a:xfrm>
            <a:off x="914400" y="369570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Seasons change because of the </a:t>
            </a:r>
            <a:r>
              <a:rPr lang="en-US" sz="3200" b="1" dirty="0"/>
              <a:t>revolution</a:t>
            </a:r>
            <a:r>
              <a:rPr lang="en-US" sz="3200" dirty="0"/>
              <a:t> of Earth around the Sun 🌞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Earth’s </a:t>
            </a:r>
            <a:r>
              <a:rPr lang="en-US" sz="3200" b="1" dirty="0"/>
              <a:t>tilted axis</a:t>
            </a:r>
            <a:r>
              <a:rPr lang="en-US" sz="3200" dirty="0"/>
              <a:t> causes sunlight to fall unevenly</a:t>
            </a:r>
          </a:p>
          <a:p>
            <a:r>
              <a:rPr lang="en-US" sz="3200" dirty="0"/>
              <a:t>🧠 </a:t>
            </a:r>
            <a:r>
              <a:rPr lang="en-US" sz="3200" i="1" dirty="0"/>
              <a:t>Trick Question Tip:</a:t>
            </a:r>
            <a:r>
              <a:rPr lang="en-US" sz="3200" dirty="0"/>
              <a:t> Rotation causes </a:t>
            </a:r>
            <a:r>
              <a:rPr lang="en-US" sz="3200" b="1" dirty="0"/>
              <a:t>day-night</a:t>
            </a:r>
            <a:r>
              <a:rPr lang="en-US" sz="3200" dirty="0"/>
              <a:t>, not seasons!</a:t>
            </a:r>
          </a:p>
          <a:p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FE2B9-5271-C0CD-87DE-20C01AD18269}"/>
              </a:ext>
            </a:extLst>
          </p:cNvPr>
          <p:cNvSpPr txBox="1"/>
          <p:nvPr/>
        </p:nvSpPr>
        <p:spPr>
          <a:xfrm>
            <a:off x="6248400" y="800100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WHY SEASON CHANGE?</a:t>
            </a:r>
          </a:p>
        </p:txBody>
      </p:sp>
      <p:pic>
        <p:nvPicPr>
          <p:cNvPr id="1026" name="Picture 2" descr="Essay On Earth in English for Class 1 ...">
            <a:extLst>
              <a:ext uri="{FF2B5EF4-FFF2-40B4-BE49-F238E27FC236}">
                <a16:creationId xmlns:a16="http://schemas.microsoft.com/office/drawing/2014/main" id="{B5979B39-5367-19DC-6288-8F0138E07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0" y="2933700"/>
            <a:ext cx="5896072" cy="403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98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D7EA-0424-7C2F-D5B6-6CBC8258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3E4254-B130-606C-3030-83164AAD5CB9}"/>
              </a:ext>
            </a:extLst>
          </p:cNvPr>
          <p:cNvSpPr txBox="1"/>
          <p:nvPr/>
        </p:nvSpPr>
        <p:spPr>
          <a:xfrm>
            <a:off x="914400" y="3695700"/>
            <a:ext cx="9144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Universe = Everything that exists!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Stars</a:t>
            </a:r>
            <a:r>
              <a:rPr lang="en-US" sz="2800" dirty="0"/>
              <a:t> 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Planets</a:t>
            </a:r>
            <a:r>
              <a:rPr lang="en-US" sz="2800" dirty="0"/>
              <a:t> 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Moons</a:t>
            </a:r>
            <a:r>
              <a:rPr lang="en-US" sz="2800" dirty="0"/>
              <a:t> 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Comets, Meteors, Asteroids</a:t>
            </a:r>
            <a:r>
              <a:rPr lang="en-US" sz="2800" dirty="0"/>
              <a:t> ☄️</a:t>
            </a:r>
          </a:p>
          <a:p>
            <a:r>
              <a:rPr lang="en-US" sz="2800" dirty="0"/>
              <a:t>🧠 Our galaxy is called the </a:t>
            </a:r>
            <a:r>
              <a:rPr lang="en-US" sz="2800" b="1" dirty="0"/>
              <a:t>Milky Way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FB0A6-4AFA-A4EA-330B-34EB344DBA0E}"/>
              </a:ext>
            </a:extLst>
          </p:cNvPr>
          <p:cNvSpPr txBox="1"/>
          <p:nvPr/>
        </p:nvSpPr>
        <p:spPr>
          <a:xfrm>
            <a:off x="6248400" y="8001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UNIVERSE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A30E2-F9B6-EB69-1EBB-587409F1E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58748" y="3190875"/>
            <a:ext cx="69342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8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DA9A-A995-5E93-6847-BFDC9847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253BC6-AC39-E8EB-12D3-6C42AEA05966}"/>
              </a:ext>
            </a:extLst>
          </p:cNvPr>
          <p:cNvSpPr txBox="1"/>
          <p:nvPr/>
        </p:nvSpPr>
        <p:spPr>
          <a:xfrm>
            <a:off x="914400" y="3695700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The </a:t>
            </a:r>
            <a:r>
              <a:rPr lang="en-US" sz="3200" b="1" dirty="0"/>
              <a:t>Solar System</a:t>
            </a:r>
            <a:r>
              <a:rPr lang="en-US" sz="3200" dirty="0"/>
              <a:t> 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1 Sun</a:t>
            </a:r>
            <a:r>
              <a:rPr lang="en-US" sz="3200" dirty="0"/>
              <a:t> – A big star that gives light and heat ☀️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8 Planets</a:t>
            </a:r>
            <a:r>
              <a:rPr lang="en-US" sz="3200" dirty="0"/>
              <a:t> – Like Earth, Mars, Jupiter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Moons</a:t>
            </a:r>
            <a:r>
              <a:rPr lang="en-US" sz="3200" dirty="0"/>
              <a:t> – Go around planets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Asteroids &amp; Comets</a:t>
            </a:r>
            <a:r>
              <a:rPr lang="en-US" sz="3200" dirty="0"/>
              <a:t> – Rocks and icy balls that orbit the Sun</a:t>
            </a:r>
          </a:p>
          <a:p>
            <a:r>
              <a:rPr lang="en-US" sz="3200" dirty="0"/>
              <a:t>🌟 Earth is the </a:t>
            </a:r>
            <a:r>
              <a:rPr lang="en-US" sz="3200" b="1" dirty="0"/>
              <a:t>third planet</a:t>
            </a:r>
            <a:r>
              <a:rPr lang="en-US" sz="3200" dirty="0"/>
              <a:t> from the Sun!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FECB8-385F-A56B-DF2B-6DD29B883E6C}"/>
              </a:ext>
            </a:extLst>
          </p:cNvPr>
          <p:cNvSpPr txBox="1"/>
          <p:nvPr/>
        </p:nvSpPr>
        <p:spPr>
          <a:xfrm>
            <a:off x="6248400" y="8001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Solar system</a:t>
            </a:r>
          </a:p>
        </p:txBody>
      </p:sp>
    </p:spTree>
    <p:extLst>
      <p:ext uri="{BB962C8B-B14F-4D97-AF65-F5344CB8AC3E}">
        <p14:creationId xmlns:p14="http://schemas.microsoft.com/office/powerpoint/2010/main" val="79646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0B389-0AEB-F1DA-1AF0-882D38CF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DF160B-A2A1-E8D3-4F04-B7C8B99D78FF}"/>
              </a:ext>
            </a:extLst>
          </p:cNvPr>
          <p:cNvSpPr txBox="1"/>
          <p:nvPr/>
        </p:nvSpPr>
        <p:spPr>
          <a:xfrm>
            <a:off x="6248400" y="8001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planets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3DC254-014F-6BCE-683A-459926435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787348"/>
              </p:ext>
            </p:extLst>
          </p:nvPr>
        </p:nvGraphicFramePr>
        <p:xfrm>
          <a:off x="5257800" y="2171700"/>
          <a:ext cx="8229600" cy="7223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23950462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8605305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79964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Planet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Fun 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059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1st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Mercury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Closest to the Sun 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031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2nd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Venus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Hottest planet 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88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3rd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/>
                        <a:t>Earth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Has life 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08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4th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Mars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Called the Red Planet ❤️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19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5th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Jupiter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Biggest planet 🌪️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93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6th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Saturn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Has rings 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514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7th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Uranus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Spins sideways 🤸‍♂️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23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8th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Neptune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Farthest and coldest ❄️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1530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FD51BD4-9FE0-AC45-FCB7-54BEB8A4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783580"/>
            <a:ext cx="5334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🎵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Mnemonics help!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Very Educated Mother Just Served Us Noodles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73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lass 2 Earth And Universe - Key Concepts Explained">
            <a:extLst>
              <a:ext uri="{FF2B5EF4-FFF2-40B4-BE49-F238E27FC236}">
                <a16:creationId xmlns:a16="http://schemas.microsoft.com/office/drawing/2014/main" id="{1FCBAFB0-D1D7-2B4D-FC71-D11A53016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284" y="769619"/>
            <a:ext cx="11800116" cy="826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31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8F32-3FCE-D3CF-8649-7DFDB942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074D3-BE05-58C9-170B-355DF12A148E}"/>
              </a:ext>
            </a:extLst>
          </p:cNvPr>
          <p:cNvSpPr txBox="1"/>
          <p:nvPr/>
        </p:nvSpPr>
        <p:spPr>
          <a:xfrm>
            <a:off x="914400" y="369570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Stars</a:t>
            </a:r>
            <a:r>
              <a:rPr lang="en-US" sz="2800" dirty="0"/>
              <a:t> are big hot balls of gas 🔥 (like our Sun!)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Constellations</a:t>
            </a:r>
            <a:r>
              <a:rPr lang="en-US" sz="2800" dirty="0"/>
              <a:t> are </a:t>
            </a:r>
            <a:r>
              <a:rPr lang="en-US" sz="2800" b="1" dirty="0"/>
              <a:t>star patterns</a:t>
            </a:r>
            <a:r>
              <a:rPr lang="en-US" sz="2800" dirty="0"/>
              <a:t> in the night sky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Like </a:t>
            </a:r>
            <a:r>
              <a:rPr lang="en-US" sz="2800" b="1" dirty="0"/>
              <a:t>Ursa Major</a:t>
            </a:r>
            <a:r>
              <a:rPr lang="en-US" sz="2800" dirty="0"/>
              <a:t>, </a:t>
            </a:r>
            <a:r>
              <a:rPr lang="en-US" sz="2800" b="1" dirty="0"/>
              <a:t>Leo</a:t>
            </a:r>
            <a:r>
              <a:rPr lang="en-US" sz="2800" dirty="0"/>
              <a:t>, </a:t>
            </a:r>
            <a:r>
              <a:rPr lang="en-US" sz="2800" b="1" dirty="0"/>
              <a:t>Orion</a:t>
            </a:r>
            <a:endParaRPr lang="en-US" sz="2800" dirty="0"/>
          </a:p>
          <a:p>
            <a:r>
              <a:rPr lang="en-US" sz="2800" dirty="0"/>
              <a:t>🧠 Olympiad Clue: A </a:t>
            </a:r>
            <a:r>
              <a:rPr lang="en-US" sz="2800" b="1" dirty="0"/>
              <a:t>constellation</a:t>
            </a:r>
            <a:r>
              <a:rPr lang="en-US" sz="2800" dirty="0"/>
              <a:t> is not a comet or meteor – it's a group of stars!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58BAF-53A0-1E67-096C-33EEEDAC897D}"/>
              </a:ext>
            </a:extLst>
          </p:cNvPr>
          <p:cNvSpPr txBox="1"/>
          <p:nvPr/>
        </p:nvSpPr>
        <p:spPr>
          <a:xfrm>
            <a:off x="6248400" y="800100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Stars </a:t>
            </a:r>
            <a:r>
              <a:rPr lang="en-IN" sz="4000"/>
              <a:t>and Constellation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E0E8F-5026-83DF-ECED-C60343F36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68000" y="3111500"/>
            <a:ext cx="6096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29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4238-78E4-EB7E-260C-475AB01A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CD918C-9C4E-B298-C222-8CA1C9C9B727}"/>
              </a:ext>
            </a:extLst>
          </p:cNvPr>
          <p:cNvSpPr txBox="1"/>
          <p:nvPr/>
        </p:nvSpPr>
        <p:spPr>
          <a:xfrm>
            <a:off x="6248400" y="8001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Celestial objects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6E3008-D6DE-97B3-0A85-F64400C01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73827"/>
              </p:ext>
            </p:extLst>
          </p:nvPr>
        </p:nvGraphicFramePr>
        <p:xfrm>
          <a:off x="1205276" y="2509509"/>
          <a:ext cx="8229600" cy="3352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56140553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54061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What is 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605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 dirty="0"/>
                        <a:t>Asteroids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Chunks of rock – orbit the Sun – rocky belt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1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/>
                        <a:t>Comets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Icy rocks with tails – come close to Sun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31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/>
                        <a:t>Meteors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Shooting stars – burn in Earth's sky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106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442F65B-D7FD-86BC-31CE-DAECB4BA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6101091"/>
            <a:ext cx="8471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Asteroids mostly live between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Mars and Jupiter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E98736-3662-C257-F3B2-EBB2F7860C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277600" y="3086100"/>
            <a:ext cx="5554311" cy="370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0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93192F-53C4-3491-2C06-A8033AC04F27}"/>
              </a:ext>
            </a:extLst>
          </p:cNvPr>
          <p:cNvSpPr txBox="1"/>
          <p:nvPr/>
        </p:nvSpPr>
        <p:spPr>
          <a:xfrm>
            <a:off x="6400800" y="1562100"/>
            <a:ext cx="358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THANKS</a:t>
            </a:r>
            <a:endParaRPr lang="en-IN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444</Words>
  <Application>Microsoft Office PowerPoint</Application>
  <PresentationFormat>Custom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Canva Sans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KIT Format</dc:title>
  <dc:creator>Sanskriti Jain</dc:creator>
  <cp:lastModifiedBy>Sanskriti Jain</cp:lastModifiedBy>
  <cp:revision>4</cp:revision>
  <dcterms:created xsi:type="dcterms:W3CDTF">2006-08-16T00:00:00Z</dcterms:created>
  <dcterms:modified xsi:type="dcterms:W3CDTF">2025-05-19T12:28:15Z</dcterms:modified>
  <dc:identifier>DAGm2atu-Zk</dc:identifier>
</cp:coreProperties>
</file>